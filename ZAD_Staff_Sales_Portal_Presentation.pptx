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4389120" cy="411480"/>
          </a:xfrm>
          <a:prstGeom prst="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 W.L.L.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Sales &amp; Welfare Portal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Digitizing FMCG Staff Purchases, Quota Control, Finance Clearance &amp; Logistics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320040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WhatsApp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staff training &amp; instant notification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320040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Payment Clearance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 &amp; zero inventory leakage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3657600"/>
            <a:ext cx="320040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Order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206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to department desk 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Management Deck  |  State of Qatar  |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Business Rationale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5394960" cy="475488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Previous Challenges (Manual Staff Sales)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Paper Slips: Inefficient handwriting &amp; missing records.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Uncontrolled Staff Quotas: Risk of over-ordering &amp; unauthorized resale.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Cashier Bottlenecks: Congestion at Finance &amp; delayed invoice settlement.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Lost Warehouse Traceability: No clear record of who picked or delivered items.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Disrupted Department Productivity: Staff following up manually on order status.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394960" cy="475488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Digital Solution (ZAD Staff Portal)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Digital FMCG Catalog: Live staff pricing with subsidized margins.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Monthly Quota System: Real-time budget progress bar per employee.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WhatsApp Ordering: Structured digital receipts sent to sales desk.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 Payment Gate: Items dispatched ONLY after payment confirmation.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Self-Service Tracking: Real-time dispatch stages from warehouse to desk.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Flow (5 Steps)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103120" cy="429768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28800"/>
            <a:ext cx="640080" cy="45720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&amp; Quota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browses FMCG products with staff prices &amp; checks quota balance.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645920"/>
            <a:ext cx="2103120" cy="429768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1828800"/>
            <a:ext cx="640080" cy="45720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WhatsApp Order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3200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submits order via WhatsApp with structured slip &amp; Staff ID.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645920"/>
            <a:ext cx="2103120" cy="429768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828800"/>
            <a:ext cx="640080" cy="45720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Picking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200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team verifies stock, picks items &amp; packs employee carton.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1645920"/>
            <a:ext cx="2103120" cy="429768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828800"/>
            <a:ext cx="640080" cy="457200"/>
          </a:xfrm>
          <a:prstGeom prst="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Clearance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2360" y="3200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triggers 1-click WhatsApp payment request; Employee settles in Finance.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1645920"/>
            <a:ext cx="2103120" cy="429768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0" y="1828800"/>
            <a:ext cx="640080" cy="45720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969264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&amp; Desk 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92640" y="3200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delivers parcel to specific department with digital handover signoff.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Portal &amp; Fair Quota Allocation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🛍️ Subsidized FMCG Catalog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FMCG categories: Dairy, Beverages, Snacks, Rice, Cooking Oil, Chocolates &amp; Household essentials with clear Market vs. Staff pricing.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Real-Time Quota Meter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company margins by limiting purchases (e.g. QAR 500/month). Live progress bar shows remaining balance during checkout.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100% Mobile &amp; Tablet Optimized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responsive design accessible on any smartphone, desktop, or warehouse tablet without installing any third-party app.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Bilingual English &amp; Arabic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toggle between English and Arabic to serve all multinational workforce members across ZAD Qatar.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Clearance &amp; Zero-Leakage Governance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566160" cy="4754880"/>
          </a:xfrm>
          <a:prstGeom prst="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Finance Clearance Gate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Delivery is strictly locked until payment is verified.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triggers 1-Click WhatsApp payment request with exact QAR amount.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 settles at Finance Dept / Cashier and replies with confirmation.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uncollected dues and eliminates bad debt.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474720" cy="475488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100% Audit Traceability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 ID, Name, &amp; Department recorded on every transaction.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Time-stamped logs for order placement, picking, payment clearance &amp; delivery.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ghost orders or unauthorized employee impersonation.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474720" cy="475488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EBS / ERP Data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10312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Excel / CSV export formatted for ZAD Finance accounting.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Print-ready formal VAT &amp; internal billing slips.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Easy reconciliation against monthly inventory adjustments and sales reports.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OPERATIONS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Fulfillment &amp; Dispatch Logistics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 Fulfillment 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status switches: Confirmed ➔ Packing ➔ Awaiting Payment ➔ Dispatch ➔ Delivered.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search and filtering by department, staff ID, and date.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Barcode Generation &amp; Scanning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EAN-13 barcodes generated for every FMCG product.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&amp; handheld barcode scanner integration for error-free picking.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Van Batch Manifests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route delivery sheets grouped by department/branch.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Assigned delivery runner tracking and handover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394960" cy="210312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Inventory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stock deduction and low-stock alerts.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bulk Excel product import for monthly promo updates.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CHANNEL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1-Click WhatsApp Direct Advantage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5394960" cy="475488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Why WhatsApp Direct is the Best 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Universal Adoption: 100% of staff in Qatar already use WhatsApp daily.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Learning Curve: No new login credentials or complex app installs needed.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Push Notifications: High open rate ensuring quick payment responses.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Two-Way Communication: Employee can reply instantly with payment receipts or handover notes.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394960" cy="4754880"/>
          </a:xfrm>
          <a:prstGeom prst="rect">
            <a:avLst>
              <a:gd name="adj" fmla="val 192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Automated WhatsApp Message Sample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💳 *ZAD MARKETING - FINANCE PAYMENT REQUEST*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━━━━━━━━━━━━━━━━━━━━━━━━━━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*Mohamed Al-Kuwari* (Staff ID: `EMP-1042`),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Your Staff Order *#ZAD-5403* has been picked and packed!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💰 *Amount Due: QAR 68.00*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🛍️ Items: 4 units (Dairy, Beverages, Cooking Oil)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🏢 Department: *Human Resources*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━━━━━━━━━━━━━━━━━━━━━━━━━━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👉 *ACTION REQUIRED:*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pay the amount of *QAR 68.00* at the *Finance Department / Cashier*.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to this message with confirmation to arrange department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Measurable Returns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Time Saved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paper manual collation and phone call followups.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2044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Collection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uncollected staff dues thanks to pre-dispatch finance gate.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Leakage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stock deduction with EAN-13 barcode validation.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1463040"/>
            <a:ext cx="26517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hrs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982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Turnaround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order placement to department delivery in Doha.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11091672" cy="2194560"/>
          </a:xfrm>
          <a:prstGeom prst="rect">
            <a:avLst>
              <a:gd name="adj" fmla="val 4167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Strategic HR &amp; Corporate Welfare Value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ZAD Marketing &amp; Distribution’s commitment to employee welfare in Qatar by providing convenient access to essential household food and FMCG items at fair subsidized rates, managed through modern, transparent enterprise software.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822960"/>
          </a:xfrm>
          <a:prstGeom prst="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389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 &amp; Next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0" y="594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 MARKETING &amp; DISTRIBUTION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Prepared for Executive Management • Doha, State of Qatar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66160" cy="4663440"/>
          </a:xfrm>
          <a:prstGeom prst="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 Launch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1 - 2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Warehouse inventory setup &amp; barcode check.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Initial testing with Sales &amp; Admin teams.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Finance Cashier protocol briefing.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566160" cy="4663440"/>
          </a:xfrm>
          <a:prstGeom prst="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Company-Wide Launch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3 - 4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Broadcast portal link to all departments via HR.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Active quota enforcement (QAR 500/staff).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Scheduled daily department delivery van runs.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566160" cy="4663440"/>
          </a:xfrm>
          <a:prstGeom prst="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Automation &amp; Scaling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56032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Direct monthly Payroll / Salary deduction link.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Periodic seasonal staff hampers &amp; Ramadan packages.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Automated ERP batch sync.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MANAGEMENT APPROVAL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Enterprise Deployment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ZAD Staff Sales Portal is fully tested, secure, and production-ready to transform staff purchasing into an automated, transparent, and financially sound welfare benefit.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32004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Approval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the Staff Sales Policy &amp; Monthly Quota Limit.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383280"/>
            <a:ext cx="32004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Finance Coordination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977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cashier collection &amp; receipt notification protocol.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3383280"/>
            <a:ext cx="320040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HR Announcement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9776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Circulate portal access link to all ZAD personnel in Qatar.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ZAD Marketing &amp; Distribution W.L.L.  |  Doha, Qatar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ZAD Marketing & Distribution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 Staff Sales Portal - Executive Management Presentation</dc:title>
  <dc:subject>Digital FMCG Staff Sales, Quota Management &amp; Finance Workflow</dc:subject>
  <dc:creator>ZAD Marketing &amp; Distribution</dc:creator>
  <cp:lastModifiedBy>ZAD Marketing &amp; Distribution</cp:lastModifiedBy>
  <cp:revision>1</cp:revision>
  <dcterms:created xsi:type="dcterms:W3CDTF">2026-08-30T08:09:52Z</dcterms:created>
  <dcterms:modified xsi:type="dcterms:W3CDTF">2026-08-30T08:09:52Z</dcterms:modified>
</cp:coreProperties>
</file>